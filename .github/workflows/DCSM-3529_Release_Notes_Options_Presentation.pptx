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2" y="1999615"/>
            <a:ext cx="6858000" cy="276402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300"/>
              <a:t>DCSM-3529: Tag / Release Notes: Final 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US" sz="2400"/>
              <a:t>Summary of Options and Suggested Approach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Option A — Keep generate_release_notes: true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GitHub auto‑generated section will still include all merges.</a:t>
            </a:r>
          </a:p>
          <a:p>
            <a:pPr lvl="1"/>
            <a:r>
              <a:rPr lang="en-US" sz="2100" dirty="0"/>
              <a:t>Your filtered section shows only allowed merges.</a:t>
            </a:r>
          </a:p>
          <a:p>
            <a:pPr lvl="1"/>
            <a:r>
              <a:rPr lang="en-US" sz="2100" dirty="0"/>
              <a:t>Limitation: Cannot remove unwanted merges such as feature → release/*</a:t>
            </a:r>
          </a:p>
          <a:p>
            <a:pPr lvl="1"/>
            <a:r>
              <a:rPr lang="en-US" sz="2100" dirty="0"/>
              <a:t>File :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747C5F0A-593A-A65C-B303-E692E3E79F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0473938"/>
              </p:ext>
            </p:extLst>
          </p:nvPr>
        </p:nvGraphicFramePr>
        <p:xfrm>
          <a:off x="2173288" y="5131844"/>
          <a:ext cx="16573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657464" imgH="526915" progId="Package">
                  <p:embed/>
                </p:oleObj>
              </mc:Choice>
              <mc:Fallback>
                <p:oleObj name="Packager Shell Object" showAsIcon="1" r:id="rId2" imgW="1657464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73288" y="5131844"/>
                        <a:ext cx="16573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900"/>
              <a:t>Option B — Full Custom Release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 dirty="0"/>
              <a:t>Disable GitHub auto‑notes:</a:t>
            </a:r>
          </a:p>
          <a:p>
            <a:pPr lvl="1"/>
            <a:r>
              <a:rPr lang="en-US" sz="2100" dirty="0"/>
              <a:t>"</a:t>
            </a:r>
            <a:r>
              <a:rPr lang="en-US" sz="2100" dirty="0" err="1"/>
              <a:t>generate_release_notes</a:t>
            </a:r>
            <a:r>
              <a:rPr lang="en-US" sz="2100" dirty="0"/>
              <a:t>": false</a:t>
            </a:r>
          </a:p>
          <a:p>
            <a:pPr lvl="1"/>
            <a:r>
              <a:rPr lang="en-US" sz="2100" dirty="0"/>
              <a:t>You supply complete custom body content.</a:t>
            </a:r>
          </a:p>
          <a:p>
            <a:pPr lvl="1"/>
            <a:r>
              <a:rPr lang="en-US" sz="2100" dirty="0"/>
              <a:t>This fully removes unwanted merges (feature → release/test).</a:t>
            </a:r>
          </a:p>
          <a:p>
            <a:pPr lvl="1"/>
            <a:r>
              <a:rPr lang="en-US" sz="2100" dirty="0"/>
              <a:t>File : 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F29D43AE-8928-487A-0DA8-A43013281F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810153"/>
              </p:ext>
            </p:extLst>
          </p:nvPr>
        </p:nvGraphicFramePr>
        <p:xfrm>
          <a:off x="2387595" y="4906582"/>
          <a:ext cx="1657350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2" imgW="1657464" imgH="526915" progId="Package">
                  <p:embed/>
                </p:oleObj>
              </mc:Choice>
              <mc:Fallback>
                <p:oleObj name="Packager Shell Object" showAsIcon="1" r:id="rId2" imgW="1657464" imgH="52691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87595" y="4906582"/>
                        <a:ext cx="1657350" cy="52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/>
              <a:t>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100"/>
              <a:t>Proceed with Option B:</a:t>
            </a:r>
          </a:p>
          <a:p>
            <a:pPr lvl="1"/>
            <a:r>
              <a:rPr lang="en-US" sz="2100"/>
              <a:t>Gives full control of What’s Changed</a:t>
            </a:r>
          </a:p>
          <a:p>
            <a:pPr lvl="1"/>
            <a:r>
              <a:rPr lang="en-US" sz="2100"/>
              <a:t>Eliminates incorrect merge entries</a:t>
            </a:r>
          </a:p>
          <a:p>
            <a:pPr lvl="1"/>
            <a:r>
              <a:rPr lang="en-US" sz="2100"/>
              <a:t>Matches expected release note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Message to Yiwei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task required significant R&amp;D on GitHub Actions.</a:t>
            </a:r>
          </a:p>
          <a:p>
            <a:pPr lvl="1"/>
            <a:r>
              <a:rPr dirty="0"/>
              <a:t>Apologies for the delay and thanks for the continued support.</a:t>
            </a:r>
          </a:p>
          <a:p>
            <a:pPr lvl="1"/>
            <a:r>
              <a:rPr dirty="0"/>
              <a:t>Requesting approval to proceed with Option 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02B503-5F39-4303-B0BA-9BB2B1588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996" y="4267832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7180B26F-79DF-17B9-77FE-08C6DDD2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057766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157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Office Theme</vt:lpstr>
      <vt:lpstr>Package</vt:lpstr>
      <vt:lpstr>DCSM-3529: Tag / Release Notes: Final Recommendation</vt:lpstr>
      <vt:lpstr>Option A — Keep generate_release_notes: true</vt:lpstr>
      <vt:lpstr>Option B — Full Custom Release Notes</vt:lpstr>
      <vt:lpstr>Recommendation</vt:lpstr>
      <vt:lpstr>Message to Yiwei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Veera Varun, Mypala</cp:lastModifiedBy>
  <cp:revision>2</cp:revision>
  <dcterms:created xsi:type="dcterms:W3CDTF">2025-11-14T09:01:24Z</dcterms:created>
  <dcterms:modified xsi:type="dcterms:W3CDTF">2025-11-14T11:13:34Z</dcterms:modified>
</cp:coreProperties>
</file>